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Recordator: normalitzar abans de dibuixar.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Projectar en gran.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Funcions de densitat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densitat de probabilitat integra 1 sobre tot el suport.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Taula de valors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f(x)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Gràfic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